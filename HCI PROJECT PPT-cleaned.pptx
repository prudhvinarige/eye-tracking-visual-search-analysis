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4630400" cy="8229600"/>
  <p:notesSz cx="8229600" cy="14630400"/>
  <p:embeddedFontLst>
    <p:embeddedFont>
      <p:font typeface="Funnel Sans" panose="020B0604020202020204" charset="0"/>
      <p:regular r:id="rId14"/>
    </p:embeddedFont>
    <p:embeddedFont>
      <p:font typeface="Mona Sans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73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66090" y="47849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Predicting Visual Search Efficiency Using Eye-Tracking Data.</a:t>
            </a:r>
            <a:endParaRPr lang="en-US" sz="4450" dirty="0"/>
          </a:p>
        </p:txBody>
      </p:sp>
      <p:pic>
        <p:nvPicPr>
          <p:cNvPr id="4098" name="Picture 2" descr="IBM Applies AI to Predict Glaucoma Visual Field Test Results | Glaucoma  Australia">
            <a:extLst>
              <a:ext uri="{FF2B5EF4-FFF2-40B4-BE49-F238E27FC236}">
                <a16:creationId xmlns:a16="http://schemas.microsoft.com/office/drawing/2014/main" id="{F7170FB1-6305-24A4-AB3F-F915F781C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72" y="1485901"/>
            <a:ext cx="7122487" cy="47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358039-FC53-205B-E653-D458354FF416}"/>
              </a:ext>
            </a:extLst>
          </p:cNvPr>
          <p:cNvSpPr txBox="1"/>
          <p:nvPr/>
        </p:nvSpPr>
        <p:spPr>
          <a:xfrm>
            <a:off x="7852977" y="2998609"/>
            <a:ext cx="5205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NAME : N.PRUDHVI                    HT.NO:2403A510G7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47B38-693C-F2C2-012C-0E4CE748296F}"/>
              </a:ext>
            </a:extLst>
          </p:cNvPr>
          <p:cNvSpPr txBox="1"/>
          <p:nvPr/>
        </p:nvSpPr>
        <p:spPr>
          <a:xfrm>
            <a:off x="7852977" y="3753287"/>
            <a:ext cx="509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NAME: A.SREEMANTH                  HT.NO:2403A510G1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879E7-8559-B154-EF16-4EDD9A37F955}"/>
              </a:ext>
            </a:extLst>
          </p:cNvPr>
          <p:cNvSpPr txBox="1"/>
          <p:nvPr/>
        </p:nvSpPr>
        <p:spPr>
          <a:xfrm>
            <a:off x="7897092" y="4554131"/>
            <a:ext cx="4995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NAME: J.ABHIRAM                       HT.NO:2403A51342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AC134-7851-FDF1-AE0F-59BF08A72D66}"/>
              </a:ext>
            </a:extLst>
          </p:cNvPr>
          <p:cNvSpPr txBox="1"/>
          <p:nvPr/>
        </p:nvSpPr>
        <p:spPr>
          <a:xfrm>
            <a:off x="7934667" y="5336022"/>
            <a:ext cx="494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NAME: MD.RAHEL                       HT.NO:2403A510E2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7340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Abstract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599521" y="2987040"/>
            <a:ext cx="62447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Investigates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 search behavior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 Human-Computer Interaction (HCI) contexts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Applies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eye-tracking data analysis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quantify user attention patterns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Generates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heatmaps and scanpaths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as visual representations of gaze behavior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Employs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machine learning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predict search efficiency from gaze features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Primary goal: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inform and improve UI design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through gaze-based usability insights</a:t>
            </a:r>
            <a:endParaRPr lang="en-US" sz="1750" dirty="0"/>
          </a:p>
        </p:txBody>
      </p:sp>
      <p:pic>
        <p:nvPicPr>
          <p:cNvPr id="3074" name="Picture 2" descr="How eye tracking reveals mind's process - Tobii">
            <a:extLst>
              <a:ext uri="{FF2B5EF4-FFF2-40B4-BE49-F238E27FC236}">
                <a16:creationId xmlns:a16="http://schemas.microsoft.com/office/drawing/2014/main" id="{4C77FB70-73EE-BD9F-C946-379187C10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26" y="2865693"/>
            <a:ext cx="6120569" cy="4080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2237184"/>
            <a:ext cx="94090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Introduction &amp; Problem Statement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512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094083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Human-Computer Interaction (HCI) relies on understanding user attention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 search behavior reveals cognitive load and interface usability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Eye-tracking provides objective, real-time gaze measurement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12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094083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attention patterns are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difficult to quantify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using conventional methods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Existing tools lack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usability insights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from gaze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There is a gap in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gaze-based efficiency analysis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adaptive UI systems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572458"/>
            <a:ext cx="8323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Objectives &amp; Literature Review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21010"/>
            <a:ext cx="5564862" cy="31533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9674" y="28482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19674" y="3429357"/>
            <a:ext cx="6924437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Analyze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gaze behavior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across visual search tasks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Predict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search efficiency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using ML models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 actionable insights to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improve UI design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919674" y="49034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19674" y="5484614"/>
            <a:ext cx="6924437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COCO-Search18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dataset as primary benchmark for visual search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Prior work on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saliency models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scanpath similarity metrics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Eye-tracking research establishing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fixation and saccade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analysis methods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935123" y="773668"/>
            <a:ext cx="6122789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Proposed System &amp; Architecture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1935123" y="3991928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35123" y="4342686"/>
            <a:ext cx="4632841" cy="91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Input:</a:t>
            </a: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Raw eye-tracking data (fixations, saccades, timestamps)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Process:</a:t>
            </a: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Preprocessing, normalization, and gaze visualization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Output:</a:t>
            </a: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Search efficiency metrics and UI adaptation recommendations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55869" y="1528763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System Architecture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869" y="1892975"/>
            <a:ext cx="5746790" cy="574679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869" y="1892975"/>
            <a:ext cx="5746790" cy="5746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6383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Methodology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68724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042285"/>
            <a:ext cx="4196358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2165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3707011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Raw gaze coordinates cleaned, outliers removed, and synchronized with stimulus frames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16962" y="268724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042285"/>
            <a:ext cx="4196358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216962" y="3216592"/>
            <a:ext cx="35609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Coordinate Normalization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6962" y="3707011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Gaze points mapped to a standard coordinate space across varying screen resolutions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40133" y="268724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042285"/>
            <a:ext cx="4196358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40133" y="3216592"/>
            <a:ext cx="29088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Heatmap Generation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0133" y="3707011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Gaussian kernel density estimation applied to fixation distributions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192554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5547598"/>
            <a:ext cx="640794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5721906"/>
            <a:ext cx="31999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Scanpath Visualization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3790" y="6212324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Sequential saccade trajectories rendered to capture navigation flow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428548" y="5192554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428548" y="5547598"/>
            <a:ext cx="640794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28548" y="5721906"/>
            <a:ext cx="33537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Machine Learning Model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8548" y="6212324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Supervised classifier trained on gaze features to predict search efficiency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81407" y="1240036"/>
            <a:ext cx="11192351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Implementation &amp; Heatmap Visualization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7595116" y="2487216"/>
            <a:ext cx="300537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Implementation Stack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595116" y="3055858"/>
            <a:ext cx="6261497" cy="24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 Google Colab for reproducible experimentation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NumPy &amp; Pandas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data manipulation and feature engineering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Matplotlib &amp; Seaborn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heatmap and scanpath rendering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OpenCV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image processing and coordinate mapping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Scikit-learn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model training and evaluation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5116" y="570928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Heatmap Output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595116" y="6277928"/>
            <a:ext cx="6261497" cy="113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Visualizes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aggregate user attention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across the interface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Highlights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high-focus and neglected regions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design review</a:t>
            </a:r>
            <a:endParaRPr lang="en-US" sz="17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ACBC6A-4CC0-981E-C11C-6709EEC4E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683" y="2661642"/>
            <a:ext cx="484822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34785"/>
            <a:ext cx="1324808" cy="426244"/>
          </a:xfrm>
          <a:prstGeom prst="roundRect">
            <a:avLst>
              <a:gd name="adj" fmla="val 17880"/>
            </a:avLst>
          </a:prstGeom>
          <a:solidFill>
            <a:srgbClr val="262626"/>
          </a:solidFill>
          <a:ln/>
        </p:spPr>
      </p:sp>
      <p:sp>
        <p:nvSpPr>
          <p:cNvPr id="4" name="Text 2"/>
          <p:cNvSpPr/>
          <p:nvPr/>
        </p:nvSpPr>
        <p:spPr>
          <a:xfrm>
            <a:off x="585972" y="312599"/>
            <a:ext cx="93834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Results, Advantages &amp; Limitations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00980" y="1049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3860" y="1573768"/>
            <a:ext cx="6244709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Heatmaps clearly delineate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attention concentration zones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Scanpaths reveal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navigation flow and search strategy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differences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85972" y="2825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3859" y="3125586"/>
            <a:ext cx="62447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Lightweight pipeline —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simple and computationally efficient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Directly actionable for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UI/UX design improvement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85221" y="1404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85221" y="1778794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ML model is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basic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limited to classical classifiers without temporal modeling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Dataset scope restricted —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COCO-Search18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may not generalize to all UI contexts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inference capability in current implementation</a:t>
            </a:r>
            <a:endParaRPr lang="en-US" sz="17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E39F87-1A67-1919-9D0F-D7A1A04AF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80" y="4430760"/>
            <a:ext cx="4464254" cy="358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2E99207-68E9-8F89-62CF-33D544A9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279" y="4430760"/>
            <a:ext cx="4733939" cy="379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3673" y="677347"/>
            <a:ext cx="1423987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4611" y="104453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UI Adaptation Logic</a:t>
            </a:r>
            <a:endParaRPr lang="en-US" sz="3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11" y="2961084"/>
            <a:ext cx="6378535" cy="361449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9288" y="2126337"/>
            <a:ext cx="297656" cy="297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09717" y="2120265"/>
            <a:ext cx="27264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Analyze Gaze Patterns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209717" y="2604016"/>
            <a:ext cx="57336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Extract fixation density and dwell time per UI region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9288" y="3255050"/>
            <a:ext cx="297656" cy="297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09717" y="3248978"/>
            <a:ext cx="34969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Identify High-Attention Areas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209717" y="3732728"/>
            <a:ext cx="57336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Cluster hotspots indicating cognitive engagement or confusion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9288" y="4383762"/>
            <a:ext cx="297656" cy="2976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09717" y="4377690"/>
            <a:ext cx="29588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Detect Inefficient Search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209717" y="4861441"/>
            <a:ext cx="57336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Flag excessive saccades and backtracking as usability signals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9288" y="5512475"/>
            <a:ext cx="297656" cy="2976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09717" y="5506403"/>
            <a:ext cx="30877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Suggest UI Improvements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8209717" y="5990153"/>
            <a:ext cx="57336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Recommend repositioning, resizing, or recoloring of elements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9288" y="6641187"/>
            <a:ext cx="297656" cy="2976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09717" y="66351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Optimize Layout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8209717" y="7118866"/>
            <a:ext cx="57336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Iteratively refine interface based on gaze-driven feedback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2237184"/>
            <a:ext cx="71473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Work &amp; Conclusion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512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094083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Explore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deep learning architectures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(LSTM, Transformer) for temporal gaze modeling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Integrate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eye-tracking hardware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live usability testing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Expand dataset diversity across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domains and device types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12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094083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Systematically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analyzes gaze behavior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quantify visual search efficiency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Bridges eye-tracking data with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actionable UI design recommendations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Demonstrates feasibility of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gaze-informed interface optimization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0309" y="4312228"/>
            <a:ext cx="8719208" cy="2346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Thankyou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579</Words>
  <Application>Microsoft Office PowerPoint</Application>
  <PresentationFormat>Custom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Funnel Sans</vt:lpstr>
      <vt:lpstr>Mona Sans Light</vt:lpstr>
      <vt:lpstr>Mona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Prudhvi Narige</cp:lastModifiedBy>
  <cp:revision>2</cp:revision>
  <dcterms:created xsi:type="dcterms:W3CDTF">2026-04-16T19:59:39Z</dcterms:created>
  <dcterms:modified xsi:type="dcterms:W3CDTF">2026-04-17T03:54:26Z</dcterms:modified>
</cp:coreProperties>
</file>